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566160" cy="3611880"/>
          </a:xfrm>
          <a:prstGeom prst="rect">
            <a:avLst/>
          </a:prstGeom>
          <a:solidFill>
            <a:srgbClr val="1E2F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24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Issues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AT CP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~8,000 findings on a single system; ~1,000 systems across CP; ~100,000 open findings spanning vendor and in-house applications.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senior developers spend 3–4 months per remediation cycle — largely grouping findings and upgrading libraries.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of findings are not reachable or not exploitable, yet each still consumes upgrade work or a written justification.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960120"/>
            <a:ext cx="429768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978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engineering time goes to administration, not risk reduction: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169164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$120/hr rate, each cycle consumes roughly $115K–$230K of senior developer time — much of it spent writing justifications for why unexploitable findings (“we don’t call that function”) can be deferred.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data confirms the mismatch: only ~6% of published CVEs are ever exploited in the wild, and function-level reachability studies find the large majority of dependency findings unreachable — consistent with our ~80% experience.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NYDFS Part 500 expects risk-based vulnerability management — today we cannot evidence that our ordering reflects actual risk.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triage approach that ranks findings by real exploitability — and can prove it.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45445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FIRST.org / Cyentia EPSS study (2024); Endor Labs Dependency Management Report; internal CP estimates.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Doing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9784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risk-based vulnerability triage pipeline that ranks findings by real exploitability rather than raw severity. It combines three elements: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8138160" cy="2148840"/>
          </a:xfrm>
          <a:prstGeom prst="rect">
            <a:avLst/>
          </a:prstGeom>
          <a:solidFill>
            <a:srgbClr val="1E2F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30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Elements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PIPELINE IS COMPOSED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enrichment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CVE is enriched with exploit-probability (EPSS) and known-exploited (KEV) intelligence — no manual effort.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code analysis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(chat and edit modes only; agent mode remains disabled) helps analysts determine whether vulnerable code is reachable and what its blast radius is.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Human-gated decisions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AI-derived verdict is reviewed, recorded, and signed off by an analyst before it influences the score.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 </a:t>
            </a:r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defensible priority queue — patch what attackers can actually reach and exploit; deprioritize the rest with documented evidence.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and What It Needs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393192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886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(HIGH LEVEL)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and enrich — scanner findings normalized; EPSS scores and KEV flags attached automatically.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— a threshold gate (EPSS &gt; 0.1 or KEV-listed) sends only the top slice to code analysis.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— analysts use Copilot to record reachability and blast radius verdicts, with sign-off.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and rank — a composite score produces the triage queue; all inputs retained in an audit log.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393192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7" name="Text 5"/>
          <p:cNvSpPr/>
          <p:nvPr/>
        </p:nvSpPr>
        <p:spPr>
          <a:xfrm>
            <a:off x="4818888" y="886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PROBLEM — RAW FEEDS MISLEAD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 data is unreliable: Sonatype's 2025 CVE study found 64% of open-source CVEs had no NVD severity score, and fewer than 1 in 5 scored ratings were accurate — most overstated severity.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file a CVE without maintainer review — curl's CVE-2020-19909, a non-issue, was rated 9.8 Critical and disputed by maintainers and Linux distributions.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Sonatype / Nexus IQ feed curates this (disputed CVEs suppressed, researched advisories) — but no severity label can say what is reachable in our code. That is the gap this pipeline closes.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99232"/>
            <a:ext cx="813816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3017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EXTERNAL FEEDS REQUIRED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64992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182880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 findings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Sonatype Nexus IQ / SCA and container scan exports (research-curated advisories)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(existing)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EPSS scores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exploit-probability per CVE (FIRST.org API)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External, free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CISA KEV catalog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Known-exploited vulnerabilities JSON feed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External, free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repositories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access for reachability and dependency analysis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Copilot licenses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/ edit modes for the analyst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(existing)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45902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feeds are one-way, read-only pulls through approved egress. Sources: Sonatype “Trust Issues: The CVE Crisis” (2025); daniel.haxx.se on CVE-2020-19909.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findings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EPSS + KEV feeds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0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67128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enrich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12848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75888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31336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gate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EPSS &gt; 0.1 or KEV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77056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40096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95544" y="1234440"/>
            <a:ext cx="1481328" cy="868680"/>
          </a:xfrm>
          <a:prstGeom prst="rect">
            <a:avLst/>
          </a:prstGeom>
          <a:solidFill>
            <a:srgbClr val="1E2F4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analysis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reachability + blast radius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41264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human-gated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04304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59752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ranked queue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05472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30552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31336" y="2569464"/>
            <a:ext cx="1481328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AFAF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priority queue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code analysis)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36208" y="2130552"/>
            <a:ext cx="0" cy="411480"/>
          </a:xfrm>
          <a:prstGeom prst="line">
            <a:avLst/>
          </a:prstGeom>
          <a:noFill/>
          <a:ln w="12700">
            <a:solidFill>
              <a:srgbClr val="E3B23C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95544" y="2569464"/>
            <a:ext cx="1481328" cy="502920"/>
          </a:xfrm>
          <a:prstGeom prst="rect">
            <a:avLst/>
          </a:prstGeom>
          <a:solidFill>
            <a:srgbClr val="FBF3DF"/>
          </a:solidFill>
          <a:ln w="9525">
            <a:solidFill>
              <a:srgbClr val="E3B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verdict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(evidence, analyst, timestamp)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429000"/>
            <a:ext cx="813816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3447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8221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1–3 and 5 run automatically (nightly Jenkins job); only the Copilot analysis step involves an analyst.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gate keeps manual effort proportionate — analysts review only the top slice of findings.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verdicts write back into the composite score and are retained in the audit log alongside all inputs.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566160" cy="3611880"/>
          </a:xfrm>
          <a:prstGeom prst="rect">
            <a:avLst/>
          </a:prstGeom>
          <a:solidFill>
            <a:srgbClr val="1E2F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24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DELIVERS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80"/>
              </a:lnSpc>
              <a:spcAft>
                <a:spcPts val="700"/>
              </a:spcAft>
              <a:buSzPct val="100000"/>
              <a:buChar char="▪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— </a:t>
            </a:r>
            <a:pPr indent="0" marL="0">
              <a:lnSpc>
                <a:spcPts val="128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 of remediation effort on reachable, high-EPSS or KEV findings; a recorded reachability verdict on every P1/P2; triage time per critical CVE from days to hours.</a:t>
            </a:r>
            <a:endParaRPr lang="en-US" sz="1000" dirty="0"/>
          </a:p>
          <a:p>
            <a:pPr marL="342900" indent="-342900">
              <a:lnSpc>
                <a:spcPts val="1280"/>
              </a:lnSpc>
              <a:spcAft>
                <a:spcPts val="700"/>
              </a:spcAft>
              <a:buSzPct val="100000"/>
              <a:buChar char="▪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— </a:t>
            </a:r>
            <a:pPr indent="0" marL="0">
              <a:lnSpc>
                <a:spcPts val="128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enrichment removes manual CVE research; Copilot-assisted call-path analysis replaces hours of code tracing; analysts touch only the top slice.</a:t>
            </a:r>
            <a:endParaRPr lang="en-US" sz="1000" dirty="0"/>
          </a:p>
          <a:p>
            <a:pPr marL="342900" indent="-342900">
              <a:lnSpc>
                <a:spcPts val="1280"/>
              </a:lnSpc>
              <a:spcAft>
                <a:spcPts val="700"/>
              </a:spcAft>
              <a:buSzPct val="100000"/>
              <a:buChar char="▪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controls — </a:t>
            </a:r>
            <a:pPr indent="0" marL="0">
              <a:lnSpc>
                <a:spcPts val="128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 disabled; standardized prompts; recorded verdicts (evidence, analyst, timestamp); full audit trail — defensible under NYDFS Part 500.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960120"/>
            <a:ext cx="429768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978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/ NEXT STEPS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proceed, we are asking the committee to: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16916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a pilot on one application repository, with results reported back to the AI Committee.</a:t>
            </a:r>
            <a:endParaRPr lang="en-US" sz="1100" dirty="0"/>
          </a:p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read access to the target repository and approved egress for the EPSS and KEV feeds.</a:t>
            </a:r>
            <a:endParaRPr lang="en-US" sz="1100" dirty="0"/>
          </a:p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success measures above as the pilot evaluation criteria.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 under evaluation: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35204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weights for reachability vs. blast radius in the composite model.</a:t>
            </a:r>
            <a:endParaRPr lang="en-US" sz="1100" dirty="0"/>
          </a:p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for re-validating verdicts as code changes (proposed: quarterly).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Vulnerability Triage</dc:title>
  <dc:subject>PptxGenJS Presentation</dc:subject>
  <dc:creator>CP Technology</dc:creator>
  <cp:lastModifiedBy>CP Technology</cp:lastModifiedBy>
  <cp:revision>1</cp:revision>
  <dcterms:created xsi:type="dcterms:W3CDTF">2026-07-09T01:55:50Z</dcterms:created>
  <dcterms:modified xsi:type="dcterms:W3CDTF">2026-07-09T01:55:50Z</dcterms:modified>
</cp:coreProperties>
</file>