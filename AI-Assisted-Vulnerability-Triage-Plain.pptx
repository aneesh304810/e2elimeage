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6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Vulnerability Triage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scanners report thousands of open CVE findings — far more than remediation capacity.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today is based on CVSS severity, but fewer than 5% of CVEs are ever exploited in the wild. Severity is not exploitability.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no systematic signal on whether a vulnerable function is actually reachable in our code, or what depends on it.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result, engineering effort is spent on low-risk findings while genuinely exploitable, reachable vulnerabilities can wait in the queue.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both a security risk and an audit exposure under NYDFS Part 500, where risk-based prioritization is expected.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Brothers Harriman  |  CP Technology  |  Confidential — Internal Use Only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Doing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risk-based vulnerability triage pipeline that ranks findings by real exploitability rather than raw severity.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combines three elements:</a:t>
            </a:r>
            <a:endParaRPr lang="en-US" sz="1400" dirty="0"/>
          </a:p>
          <a:p>
            <a:pPr lvl="1"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enrichment — every CVE is enriched with exploit-probability (EPSS) and known-exploited (KEV) intelligence.</a:t>
            </a:r>
            <a:endParaRPr lang="en-US" sz="1400" dirty="0"/>
          </a:p>
          <a:p>
            <a:pPr lvl="1"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code analysis — GitHub Copilot (chat and edit modes only; agent mode remains disabled) helps analysts determine whether vulnerable code is reachable and what its blast radius is.</a:t>
            </a:r>
            <a:endParaRPr lang="en-US" sz="1400" dirty="0"/>
          </a:p>
          <a:p>
            <a:pPr lvl="1"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Human-gated decisions — every AI-derived verdict is reviewed, recorded, and signed off by an analyst before it influences the score.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a single, defensible priority queue: patch what attackers can actually reach and exploit; deprioritize the rest with documented evidence.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Brothers Harriman  |  CP Technology  |  Confidential — Internal Use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and What It Needs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6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(high level)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and enrich — scanner findings are normalized; EPSS scores and KEV flags attached automatically.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— a threshold gate (EPSS &gt; 0.1 or KEV-listed) sends only the top slice to code analysis.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— analysts use Copilot to record reachability and blast radius verdicts, with evidence and sign-off.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and rank — a composite score produces the triage queue; all inputs are retained in an audit log.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6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external feeds required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18688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06240"/>
                <a:gridCol w="19202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Scanner findings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 / container scan exports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(existing)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EPSS scores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exploit-probability per CVE (FIRST.org API)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External, free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CISA KEV catalog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Known-exploited vulnerabilities JSON feed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External, free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repositories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access for reachability and dependency analysis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Copilot licenses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/ edit modes for the analyst team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(existing)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590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feeds are one-way, read-only pulls through approved egress; no BBH code or data leaves the environment.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Brothers Harriman  |  CP Technology  |  Confidential — Internal Use Only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447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findings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EPSS + KEV feeds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57400" y="1805940"/>
            <a:ext cx="146304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31136" y="137160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76856" y="14447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enrich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76856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39896" y="1805940"/>
            <a:ext cx="146304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13632" y="137160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9352" y="14447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gate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EPSS &gt; 0.1 or KEV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59352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22392" y="1805940"/>
            <a:ext cx="146304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96128" y="1371600"/>
            <a:ext cx="1481328" cy="868680"/>
          </a:xfrm>
          <a:prstGeom prst="rect">
            <a:avLst/>
          </a:prstGeom>
          <a:solidFill>
            <a:srgbClr val="EAF0F6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41848" y="14447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analysis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reachability + blast radius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41848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66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human-gated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04888" y="1805940"/>
            <a:ext cx="146304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78624" y="137160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24344" y="14447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ranked queue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24344" y="1984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54296" y="2267712"/>
            <a:ext cx="0" cy="457200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13632" y="2752344"/>
            <a:ext cx="1481328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9352" y="27706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priority queue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code analysis)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36792" y="2267712"/>
            <a:ext cx="0" cy="457200"/>
          </a:xfrm>
          <a:prstGeom prst="line">
            <a:avLst/>
          </a:prstGeom>
          <a:noFill/>
          <a:ln w="12700">
            <a:solidFill>
              <a:srgbClr val="366A91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96128" y="2752344"/>
            <a:ext cx="148132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366A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41848" y="277063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verdict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(evidence, analyst, timestamp)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52044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1–3 and 5 run automatically (nightly Jenkins job); only the Copilot analysis step involves an analyst.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filter gate keeps manual effort proportionate — analysts review only the top slice of findings.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verdicts write back into the composite score and are retained in the audit log alongside all inputs.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Brothers Harriman  |  CP Technology  |  Confidential — Internal Use Only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6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 of remediation effort directed at reachable, high-EPSS or KEV-listed findings; every P1/P2 finding carries a recorded reachability verdict; triage decision time per critical CVE reduced from days to hours.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6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gain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6771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EPSS/KEV enrichment removes manual CVE research; Copilot-assisted call-path analysis replaces hours of manual code tracing per CVE; the filter gate means analysts touch only the top slice of findings.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6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controls and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agent mode remains disabled — the tool proposes, humans approve; standardized prompts and recorded verdicts (evidence, analyst, timestamp); full audit trail of all score inputs, defensible under NYDFS Part 500.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</a:t>
            </a:r>
            <a:pPr indent="0" marL="0">
              <a:buNone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a pilot on one application repository, with results reported back to the AI Committee.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Brothers Harriman  |  CP Technology  |  Confidential — Internal Use Only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Vulnerability Triage</dc:title>
  <dc:subject>PptxGenJS Presentation</dc:subject>
  <dc:creator>CP Technology</dc:creator>
  <cp:lastModifiedBy>CP Technology</cp:lastModifiedBy>
  <cp:revision>1</cp:revision>
  <dcterms:created xsi:type="dcterms:W3CDTF">2026-07-09T01:21:30Z</dcterms:created>
  <dcterms:modified xsi:type="dcterms:W3CDTF">2026-07-09T01:21:30Z</dcterms:modified>
</cp:coreProperties>
</file>